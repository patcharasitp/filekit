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latin typeface="Sarabun"/>
              </a:defRPr>
            </a:pPr>
            <a:r>
              <a:rPr sz="4000" b="1">
                <a:latin typeface="Sarabun"/>
              </a:rPr>
              <a:t>งานนำเสนอตัวอย่าง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>
                <a:latin typeface="Sarabun"/>
              </a:defRPr>
            </a:pPr>
            <a:r>
              <a:rPr sz="1800" b="0">
                <a:latin typeface="Sarabun"/>
              </a:rPr>
              <a:t>Sample Presentation</a:t>
            </a:r>
          </a:p>
          <a:p>
            <a:pPr>
              <a:defRPr sz="1800" b="0">
                <a:latin typeface="Sarabun"/>
              </a:defRPr>
            </a:pPr>
            <a:r>
              <a:rPr sz="1800" b="0">
                <a:latin typeface="Sarabun"/>
              </a:rPr>
              <a:t>บริษัท ตัวอย่างใจดี จำกัด (ข้อมูลสมมติ) · Sample Kindly Co., Ltd. (fictional)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Sarabun"/>
              </a:defRPr>
            </a:pPr>
            <a:r>
              <a:rPr sz="3000" b="1">
                <a:latin typeface="Sarabun"/>
              </a:rPr>
              <a:t>หัวข้อนำเสนอ /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latin typeface="Sarabun"/>
              </a:defRPr>
            </a:pPr>
            <a:r>
              <a:rPr sz="1800" b="0">
                <a:latin typeface="Sarabun"/>
              </a:rPr>
              <a:t>ภาพรวมบริษัท / Company overview</a:t>
            </a:r>
          </a:p>
          <a:p>
            <a:pPr>
              <a:defRPr sz="1800" b="0">
                <a:latin typeface="Sarabun"/>
              </a:defRPr>
            </a:pPr>
            <a:r>
              <a:rPr sz="1800" b="0">
                <a:latin typeface="Sarabun"/>
              </a:rPr>
              <a:t>ผลประกอบการ (ตัวอย่าง) / Performance (sample)</a:t>
            </a:r>
          </a:p>
          <a:p>
            <a:pPr>
              <a:defRPr sz="1800" b="0">
                <a:latin typeface="Sarabun"/>
              </a:defRPr>
            </a:pPr>
            <a:r>
              <a:rPr sz="1800" b="0">
                <a:latin typeface="Sarabun"/>
              </a:rPr>
              <a:t>แผนงานถัดไป /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Sarabun"/>
              </a:defRPr>
            </a:pPr>
            <a:r>
              <a:rPr sz="2800" b="1">
                <a:latin typeface="Sarabun"/>
              </a:rPr>
              <a:t>ผลประกอบการ (ตัวอย่าง) / Performance (Sample)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 b="0">
                <a:latin typeface="Sarabun"/>
              </a:defRPr>
            </a:pPr>
            <a:r>
              <a:rPr sz="1700" b="0">
                <a:latin typeface="Sarabun"/>
              </a:rPr>
              <a:t>ยอดขายรวมเดือนนี้: 1,114,500 บาท (สมมติ)</a:t>
            </a:r>
          </a:p>
          <a:p>
            <a:pPr>
              <a:defRPr sz="1700" b="0">
                <a:latin typeface="Sarabun"/>
              </a:defRPr>
            </a:pPr>
            <a:r>
              <a:rPr sz="1700" b="0">
                <a:latin typeface="Sarabun"/>
              </a:rPr>
              <a:t>Total sales this month: THB 1,114,500 (fictional)</a:t>
            </a:r>
          </a:p>
          <a:p>
            <a:pPr>
              <a:defRPr sz="1700" b="0">
                <a:latin typeface="Sarabun"/>
              </a:defRPr>
            </a:pPr>
            <a:r>
              <a:rPr sz="1700" b="0">
                <a:latin typeface="Sarabun"/>
              </a:rPr>
              <a:t>เติบโตจากเดือนก่อน 4.9% / +4.9% vs last month</a:t>
            </a:r>
          </a:p>
          <a:p>
            <a:pPr>
              <a:defRPr sz="1700" b="0">
                <a:latin typeface="Sarabun"/>
              </a:defRPr>
            </a:pPr>
            <a:r>
              <a:rPr sz="1700" b="0">
                <a:latin typeface="Sarabun"/>
              </a:rPr>
              <a:t>หมวดที่โตสูงสุด: เครื่องใช้ไฟฟ้า / Top category: Electronics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Sarabun"/>
              </a:defRPr>
            </a:pPr>
            <a:r>
              <a:rPr sz="3600" b="1">
                <a:latin typeface="Sarabun"/>
              </a:rPr>
              <a:t>ขอบคุณค่ะ / 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 b="0">
                <a:latin typeface="Sarabun"/>
              </a:defRPr>
            </a:pPr>
            <a:r>
              <a:rPr sz="1600" b="0">
                <a:latin typeface="Sarabun"/>
              </a:rPr>
              <a:t>ไฟล์นี้เป็นตัวอย่างที่สร้างขึ้นเพื่อทดสอบเท่านั้น</a:t>
            </a:r>
          </a:p>
          <a:p>
            <a:pPr>
              <a:defRPr sz="1600" b="0">
                <a:latin typeface="Sarabun"/>
              </a:defRPr>
            </a:pPr>
            <a:r>
              <a:rPr sz="1600" b="0">
                <a:latin typeface="Sarabun"/>
              </a:rPr>
              <a:t>Generated for testing purposes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